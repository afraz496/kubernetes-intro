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in one sentence: we start with the dependency problem everyone in this room has already lost a day to, then containers as the fix, then a live-ish walkthrough of standing up a cluster, then where it runs and what it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for their own example before moving on. Someone will have a good one, and it makes the rest of the talk land as a fix rather than a fashion.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CUDA row is the one that matters for the GPU conversation - driver and toolkit mismatches are the single most common reason a torch script that ran last month stops finding a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motivates Docker specifically rather than better package hygiene. The point to land: these are not problems you can solve by being more disciplined with renv - the requirement is below the level renv operates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misconception to kill early is that a container is a small VM. It is not - there is no guest kernel, which is why it is cheap enough to use for a five-minute scoring run. The shared-kernel row is also the honest caveat: this does not let us run a Windows-only tool on a Linux 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command is the one to demonstrate if you can - dropping into a shell on a different OS in two seconds is what makes the idea click. Also worth saying that the right-hand column is real: not every script needs this, and pretending otherwise is how teams end up resenting the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line: Docker answers what runs, Kubernetes answers where, when and how many. If we only ever ran one job at a time we would not need the second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go near etcd, the control plane or service meshes. These six nouns cover everything in the next three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out loud that this is useful on its own. Even if we never touch Kubernetes, a Dockerfile per project solves the reproducibility half of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a projector and wifi, this is the moment to actually run kind create cluster. It takes about forty seconds and it demystifies the whole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commands is the honest summary of daily use: apply, watch, logs, delete. Everything else is detail you look up when you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middle column is where the demo happens and the right column is probably where our real workloads end up, because of the data policy. That is not a contradiction - the manifests are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numbers to have ready if asked: the control plane is a flat ten cents per cluster-hour in both modes, and Spot capacity runs far cheaper than on-demand but can be reclaimed at about thirty seconds notice - fine for a retrain, wrong for a service. Confirm current rates before quoting them in a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oversell. The strongest argument in this room is reproducibility, because it is the one that survives a reviewer asking how we produced a 2024 figure. The data-policy line pre-empts the objection somebody is already forming.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first bullet if time is short. Containerising one workload is a small, reversible commitment and it is the only thing you actually need agreement 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talk here. Everything before this was argument; this is the thing they can actually go and do. Point out that steps one and two are useful on their own - a Dockerfile per project solves reproducibility whether or not a cluster ever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17830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7112" y="17830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7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01784" y="17830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5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06456" y="178308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8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5877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97112" y="25877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01784" y="25877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7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06456" y="258775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5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33924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8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97112" y="33924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01784" y="33924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4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06456" y="339242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6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41970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5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97112" y="41970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8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01784" y="41970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06456" y="419709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A896">
              <a:alpha val="6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18745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for our modelling team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77240" y="36576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environments keep breaking, how to stand up a cluster, and whether it is worth 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53949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Afraz Khan  ·  Data Scientist II, BCCDC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almost never the code that breaks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us has lost a day to something below our own script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84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projects, one machine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423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was pinned against an older numpy and a newer one needs the current release. On a shared host, one of them loses - and it is usually the one nobody touched recently.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2784" y="1783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984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lockfile is not the whole tree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423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dozen lines in requirements.txt resolve into hundreds of packages. You pinned the ones you named; the transitive ones move underneath you.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270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happen without you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4709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patches R or a system library on the server. Nothing in your project changed, and last year's script no longer reproduces last year's numbers.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2784" y="4069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270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4709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is the environment - and the machine is not in version control, not reviewed, and not recreatable if it is rebuilt.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 and venv only cover the top of the stack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the line is still whatever the server happens to have installed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858000" cy="603504"/>
          </a:xfrm>
          <a:prstGeom prst="roundRect">
            <a:avLst>
              <a:gd name="adj" fmla="val 7576"/>
            </a:avLst>
          </a:prstGeom>
          <a:solidFill>
            <a:srgbClr val="E6F4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analysis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0" y="17830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6858000" cy="603504"/>
          </a:xfrm>
          <a:prstGeom prst="roundRect">
            <a:avLst>
              <a:gd name="adj" fmla="val 7576"/>
            </a:avLst>
          </a:prstGeom>
          <a:solidFill>
            <a:srgbClr val="E6F4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9631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Python packages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249631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 / venv / conda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6858000" cy="603504"/>
          </a:xfrm>
          <a:prstGeom prst="roundRect">
            <a:avLst>
              <a:gd name="adj" fmla="val 7576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954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libraries: GDAL, libxml2, BLAS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20954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94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apt installed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6858000" cy="603504"/>
          </a:xfrm>
          <a:prstGeom prst="roundRect">
            <a:avLst>
              <a:gd name="adj" fmla="val 7576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92277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 and glibc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392277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94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host runs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6858000" cy="603504"/>
          </a:xfrm>
          <a:prstGeom prst="roundRect">
            <a:avLst>
              <a:gd name="adj" fmla="val 7576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3600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drivers and CUDA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463600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94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the node has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1783080"/>
            <a:ext cx="373075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our lockfiles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Reviewed, versioned, reproducible.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18120" y="3246120"/>
            <a:ext cx="3730752" cy="2103120"/>
          </a:xfrm>
          <a:prstGeom prst="roundRect">
            <a:avLst>
              <a:gd name="adj" fmla="val 2609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92440" y="34564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by anything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92440" y="3822192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day disappears. Three quarters of the stack our results depend on is undocumented, and it changes without a commit.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needs a particular world, not just packages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half of the problem that no lockfile has ever been able to touch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84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wheel is built for one world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" y="2423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torch build compiled against CUDA 11.8 will not talk to a node running a 12.x driver. Nothing in requirements.txt records which one you need, so the failure only shows up on the other machine.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2784" y="1783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984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disagree with each other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65392" y="2423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is libgdal-dev on Debian and gdal-devel on RHEL, at different versions with different build flags. The install steps that worked for a colleague simply fail here.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270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upgrade a shared server for one project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4709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runs everybody's work. Bumping R, glibc or a driver to unblock your model is a change that lands on every other project on that host at the same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2784" y="4069080"/>
            <a:ext cx="5276088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27024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things only build on one OS release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65392" y="4709160"/>
            <a:ext cx="4690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supports Ubuntu 22.04 and nothing else; the server is RHEL. Without a way to bring its world with it, the honest answer is that it cannot run here at all.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is a container, actually?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virtual machine - a process that has been given its own view of the filesystem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(a full copy)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11480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2120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5196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51960" y="24688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E6F4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51960" y="301752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E6F4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51960" y="356616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E6F4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libraries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51960" y="411480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51960" y="466344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0" y="4663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kernel (shared)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521208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0080" y="587044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highlighted rows are what ships inside the image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18120" y="196596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process, not a machine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818120" y="2276856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operating system to boot. A container starts in about a second and costs roughly what running the script directly would.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818120" y="301752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a filesystem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818120" y="3328416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cached layers and usually a few hundred megabytes - not a multi-gigabyte disk image you copy around.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18120" y="406908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shares the host kernel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818120" y="4379976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one thing it does not abstract, and the reason Linux containers need a Linux kernel underneath.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818120" y="512064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vs container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818120" y="5431536"/>
            <a:ext cx="3730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the noun sitting on disk. A container is one running copy of it - you can start twenty from the same image.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the smallest useful starting point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it, then these three commands cover almost everything before you write a Dockerfile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172200" cy="3154680"/>
          </a:xfrm>
          <a:prstGeom prst="roundRect">
            <a:avLst>
              <a:gd name="adj" fmla="val 1449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02536"/>
            <a:ext cx="566928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Windows, in PowerShell: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Docker.DockerDesktop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accept the WSL 2 prompt - a Linux kernel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is the one thing containers cannot fake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shell inside Ubuntu 22.04, on any host: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--rm ubuntu:22.04 bash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project, mounted, with a GPU: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--gpus all `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${PWD}:/app -w /app `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pytorch/pytorch:2.3.0-cuda12.1-runtime `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train.py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6172200" cy="777240"/>
          </a:xfrm>
          <a:prstGeom prst="roundRect">
            <a:avLst>
              <a:gd name="adj" fmla="val 7059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5230368"/>
            <a:ext cx="5586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continues a line with a backtick, not a backslash, and needs ${PWD} rather than $PWD. On macOS the installer is brew install --cask docker - every docker command below is identical.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78040" y="1783080"/>
            <a:ext cx="4370832" cy="1965960"/>
          </a:xfrm>
          <a:prstGeom prst="roundRect">
            <a:avLst>
              <a:gd name="adj" fmla="val 2791"/>
            </a:avLst>
          </a:prstGeom>
          <a:solidFill>
            <a:srgbClr val="E6F4F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70648" y="1947672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it when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70648" y="235000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needs system libraries or a specific 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GPU toolchain that matches the driver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has to be reproducible a year from now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handing the code to someone else, or to a cluster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3977640"/>
            <a:ext cx="4370832" cy="1965960"/>
          </a:xfrm>
          <a:prstGeom prst="roundRect">
            <a:avLst>
              <a:gd name="adj" fmla="val 2791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0648" y="4142232"/>
            <a:ext cx="3785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it when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70648" y="454456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 or Python with no system dependencies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interactive exploration in your own session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on every edit would slow you down more than it helps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fixes the stack. Kubernetes fixes the rest.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is reproducibility. A cluster is what you need once you have fifty of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76088" cy="4023360"/>
          </a:xfrm>
          <a:prstGeom prst="roundRect">
            <a:avLst>
              <a:gd name="adj" fmla="val 1364"/>
            </a:avLst>
          </a:prstGeom>
          <a:solidFill>
            <a:srgbClr val="E6F4F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container gives you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542032"/>
            <a:ext cx="45445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packages, system libraries and drivers in one artefact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that identifies the entire stack, not just your code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identically on a laptop, a server or a cloud VM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Rebuildable from a Dockerfile that lives in the repo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2784" y="1783080"/>
            <a:ext cx="5276088" cy="4023360"/>
          </a:xfrm>
          <a:prstGeom prst="roundRect">
            <a:avLst>
              <a:gd name="adj" fmla="val 1364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38544" y="2011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still does not answer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38544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 runs it?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38544" y="29077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38544" y="3355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it dies at 3am?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38544" y="3657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and retries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38544" y="410565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twenty at once?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38544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Queueing and autoscaling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38544" y="48554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the GPU?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38544" y="5157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words and you can read any manifest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genuinely most of the vocabulary you need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92424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2996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46888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environment, frozen and versioned. Everything from CUDA up to your R packages, addressed by a tag.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98264" y="1828800"/>
            <a:ext cx="3392424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202996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90872" y="246888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copy of that image, with its own CPU, memory and filesystem.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828800"/>
            <a:ext cx="3392424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202996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49056" y="246888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pod until it finishes, then stop. Retrains, backfills, scoring runs.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392424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27024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CronJob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470916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on a schedule. Replaces the crontab, with run history and logs attached.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98264" y="4069080"/>
            <a:ext cx="3392424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427024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90872" y="470916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that stays up. A model server, an API, the narration service.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4069080"/>
            <a:ext cx="3392424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427024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pool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49056" y="4709160"/>
            <a:ext cx="2807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machines underneath. A GPU pool is a labelled set of nodes that jobs can ask for by name.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·  Package the environment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and the whole stack from the last slide becomes an artefact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172200" cy="2743200"/>
          </a:xfrm>
          <a:prstGeom prst="roundRect">
            <a:avLst>
              <a:gd name="adj" fmla="val 1667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02536"/>
            <a:ext cx="56692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rocker/r-ver:4.4.1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update &amp;&amp; apt-get install -y \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libgdal-dev libxml2-dev libssl-dev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renv.lock .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Rscript -e 'renv::restore()'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/app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["Rscript", "run_model.R"]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78040" y="18288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image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78040" y="2157984"/>
            <a:ext cx="4370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R itself and the OS underneath it - the two rows our lockfiles never covered.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78040" y="292608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apt-get line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78040" y="3255264"/>
            <a:ext cx="4370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libraries, in the repo, reviewed like code. This is the line that ends the 3am GDAL error.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78040" y="402336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renv::restore()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78040" y="4352544"/>
            <a:ext cx="4370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lockfile still does its job. Nothing about how you manage packages has to change.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6172200" cy="1097280"/>
          </a:xfrm>
          <a:prstGeom prst="roundRect">
            <a:avLst>
              <a:gd name="adj" fmla="val 4167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8616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phews:2026.08.1 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registry.internal/phews:2026.08.1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·  Get a cluster (start on your laptop)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runs a real Kubernetes cluster inside Docker - free, disposable, and fine on Windows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1965960"/>
          </a:xfrm>
          <a:prstGeom prst="roundRect">
            <a:avLst>
              <a:gd name="adj" fmla="val 2326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02536"/>
            <a:ext cx="48920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Kubernetes.kind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winget install Kubernetes.kubectl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 create cluster --name lab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cluster-info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133088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PowerShell window after installing - PATH changes need a fresh shell. Delete the cluster with kind delete cluster: nothing to clean up, nothing to pay for, and the manifests run unchanged in the cloud.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is a control plane plus nodes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130552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accepts your manifests and decides what runs where. Nodes are the machines that do the running. kind fakes both inside Docker.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315468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is the whole interface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502152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environment - laptop, on-prem, Google, AWS - is driven by the same command. Only the line that creates the cluster changes.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452628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here before spending anything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4873752"/>
            <a:ext cx="5010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manifest, break it, fix it locally. Moving to a real cluster is then a credentials change, not a rewrite.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·  Submit a job and read the logs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is the manifest you commit. Right is the entire day-to-day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06440" cy="3703320"/>
          </a:xfrm>
          <a:prstGeom prst="roundRect">
            <a:avLst>
              <a:gd name="adj" fmla="val 1235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02536"/>
            <a:ext cx="530352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batch/v1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Job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phews-retrain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completions: 3      # one per health authority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parallelism: 3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retrain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phews:2026.08.1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resources: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requests: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cpu: "4"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memory: 16Gi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restartPolicy: OnFailure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0" y="1783080"/>
            <a:ext cx="4690872" cy="1234440"/>
          </a:xfrm>
          <a:prstGeom prst="roundRect">
            <a:avLst>
              <a:gd name="adj" fmla="val 3704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2002536"/>
            <a:ext cx="418795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job.yaml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jobs -w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-l job-name=phews-retrain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job phews-retrain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342900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is the contract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3758184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CPUs and 16 GB are reserved for you. Nobody's notebook can starve the retrain, and the retrain cannot starve anyone else.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0" y="457200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is free speed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0" y="4901184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health authorities fit at the same time instead of queueing behind each other on one host.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cluster actually lives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options, and they are not alternatives - most teams use the first and one of the others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342900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1168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395728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kind, minikube, Docker Desktop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816352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disposable, five minutes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learning and testing manifests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real data or real workloads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98264" y="1783080"/>
            <a:ext cx="3392424" cy="3429000"/>
          </a:xfrm>
          <a:prstGeom prst="roundRect">
            <a:avLst>
              <a:gd name="adj" fmla="val 1617"/>
            </a:avLst>
          </a:prstGeom>
          <a:solidFill>
            <a:srgbClr val="E6F4F2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01168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90872" y="2395728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GKE, EKS, AKS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0872" y="2816352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AWS or Azure run the control plane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available on demand, no purchase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has to be allowed to leave our network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56448" y="1783080"/>
            <a:ext cx="3392424" cy="3429000"/>
          </a:xfrm>
          <a:prstGeom prst="roundRect">
            <a:avLst>
              <a:gd name="adj" fmla="val 1617"/>
            </a:avLst>
          </a:prstGeom>
          <a:solidFill>
            <a:srgbClr val="FFFFFF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2011680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49056" y="2395728"/>
            <a:ext cx="2807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our own 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49056" y="2816352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moves - the PHI-safe option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manifests, same kubectl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here has to operate it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in practice: GKE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get a real cluster, and a GPU, without buying anything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1874520"/>
          </a:xfrm>
          <a:prstGeom prst="roundRect">
            <a:avLst>
              <a:gd name="adj" fmla="val 2439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02536"/>
            <a:ext cx="534924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container clusters create-auto lab \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--region=northamerica-northeast1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container clusters get-credentials lab \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--region=northamerica-northeast1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job.yaml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5852160" cy="1417320"/>
          </a:xfrm>
          <a:prstGeom prst="roundRect">
            <a:avLst>
              <a:gd name="adj" fmla="val 3226"/>
            </a:avLst>
          </a:prstGeom>
          <a:solidFill>
            <a:srgbClr val="0E2429"/>
          </a:solidFill>
          <a:ln w="12700">
            <a:solidFill>
              <a:srgbClr val="0E2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97096"/>
            <a:ext cx="5349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container node-pools create gpu-pool \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--cluster=lab --machine-type=g2-standard-8 \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--accelerator=type=nvidia-l4,count=1 --spot \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--num-nodes=0 --enable-autoscaling \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--min-nodes=0 --max-nodes=2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0" y="5166360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Canadian region keeps data in-country. min-nodes=0 means the GPU pool costs nothing until a job asks for one.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78308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2112264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submit pods, Google manages nodes. Billed on what your pods request, so idle capacity is not your problem. Best when nobody wants to tune node sizes.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0" y="288036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3209544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node pools. Billed per VM, so you keep the savings if you pack them well - and you get Spot VMs and committed-use discounts.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0" y="3977640"/>
            <a:ext cx="4690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4306824"/>
            <a:ext cx="4690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10 cents per cluster-hour for the control plane in either mode, about $72 a month, and the free tier credit covers roughly one cluster. Compute is on top.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arguments, and the costs stated honestly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2286000"/>
          </a:xfrm>
          <a:prstGeom prst="roundRect">
            <a:avLst>
              <a:gd name="adj" fmla="val 2400"/>
            </a:avLst>
          </a:prstGeom>
          <a:solidFill>
            <a:srgbClr val="E6F4F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9339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32304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tagged image reproduces a published result years later without rebuilding a server. That is an audit and peer-review argument, not a convenience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98264" y="1783080"/>
            <a:ext cx="3392424" cy="2286000"/>
          </a:xfrm>
          <a:prstGeom prst="roundRect">
            <a:avLst>
              <a:gd name="adj" fmla="val 2400"/>
            </a:avLst>
          </a:prstGeom>
          <a:solidFill>
            <a:srgbClr val="E6F4F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199339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90872" y="2432304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authorities retrain in parallel instead of in sequence, and a GPU pool that scales to zero costs nothing while it is idle.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56448" y="1783080"/>
            <a:ext cx="3392424" cy="2286000"/>
          </a:xfrm>
          <a:prstGeom prst="roundRect">
            <a:avLst>
              <a:gd name="adj" fmla="val 2400"/>
            </a:avLst>
          </a:prstGeom>
          <a:solidFill>
            <a:srgbClr val="E6F4F2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199339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without capital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49056" y="2432304"/>
            <a:ext cx="28529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prove the GPU case on rented hardware for the price of a few evenings, before anyone signs a purchase order.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908792" cy="1600200"/>
          </a:xfrm>
          <a:prstGeom prst="roundRect">
            <a:avLst>
              <a:gd name="adj" fmla="val 3429"/>
            </a:avLst>
          </a:prstGeom>
          <a:solidFill>
            <a:srgbClr val="F1F6F6"/>
          </a:solidFill>
          <a:ln w="12700">
            <a:solidFill>
              <a:srgbClr val="DEE9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864608"/>
            <a:ext cx="10085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Containerising each workload - days the first time, hours after that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fees plus compute; on-prem trades that for hardware and an operator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policy decides the venue: cloud is fine for synthetic and dev work, PHI stays inside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45168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7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03536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5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61904" y="4160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85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4818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4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45168" y="4818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03536" y="4818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7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61904" y="4818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>
              <a:alpha val="5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229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proposing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77240" y="1965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one workload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240487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B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scoring first. It is short, well understood, and the Dockerfile pays for itself whether or not a cluster ever follows.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136392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two-week cloud trial on non-sensitive data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B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GKE cluster, a GPU pool that scales to zero, and a written comparison of runtime and effort at the end.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venue with the platform team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77240" y="474573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DB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real workloads land on-premise or in a Canadian region is their call, not ours - but the manifests are the same either way.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start to finish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069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repo runs this end to end on a Windows laptop in about five minutes</a:t>
            </a:r>
            <a:endParaRPr lang="en-US" sz="1400" dirty="0"/>
          </a:p>
        </p:txBody>
      </p:sp>
      <p:pic>
        <p:nvPicPr>
          <p:cNvPr id="4" name="Image 0" descr="/home/claude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91640"/>
            <a:ext cx="10085832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github.com/Afraz496/kubernetes-intro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for our modelling team</dc:title>
  <dc:subject>PptxGenJS Presentation</dc:subject>
  <dc:creator>Afraz Khan</dc:creator>
  <cp:lastModifiedBy>Afraz Khan</cp:lastModifiedBy>
  <cp:revision>1</cp:revision>
  <dcterms:created xsi:type="dcterms:W3CDTF">2026-08-10T20:25:06Z</dcterms:created>
  <dcterms:modified xsi:type="dcterms:W3CDTF">2026-08-10T20:25:06Z</dcterms:modified>
</cp:coreProperties>
</file>